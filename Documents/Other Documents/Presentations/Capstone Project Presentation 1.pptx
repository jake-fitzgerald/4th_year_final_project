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4" r:id="rId4"/>
    <p:sldId id="258" r:id="rId5"/>
    <p:sldId id="259" r:id="rId6"/>
    <p:sldId id="261" r:id="rId7"/>
    <p:sldId id="263" r:id="rId8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355A9-2EB7-D4C0-1762-1597FC995FED}" v="160" dt="2025-11-28T15:50:10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tudent  C00288105) Jake Fitzgerald" userId="S::c00288105@setu.ie::65c02c94-4c57-4214-bd3e-9b93ef9c7709" providerId="AD" clId="Web-{5EE014FE-F00C-6B59-3810-52558497F1B7}"/>
    <pc:docChg chg="modSld">
      <pc:chgData name="(Student  C00288105) Jake Fitzgerald" userId="S::c00288105@setu.ie::65c02c94-4c57-4214-bd3e-9b93ef9c7709" providerId="AD" clId="Web-{5EE014FE-F00C-6B59-3810-52558497F1B7}" dt="2025-11-21T13:30:03.028" v="13"/>
      <pc:docMkLst>
        <pc:docMk/>
      </pc:docMkLst>
      <pc:sldChg chg="modSp">
        <pc:chgData name="(Student  C00288105) Jake Fitzgerald" userId="S::c00288105@setu.ie::65c02c94-4c57-4214-bd3e-9b93ef9c7709" providerId="AD" clId="Web-{5EE014FE-F00C-6B59-3810-52558497F1B7}" dt="2025-11-21T13:27:41.178" v="2" actId="20577"/>
        <pc:sldMkLst>
          <pc:docMk/>
          <pc:sldMk cId="904632182" sldId="259"/>
        </pc:sldMkLst>
        <pc:spChg chg="mod">
          <ac:chgData name="(Student  C00288105) Jake Fitzgerald" userId="S::c00288105@setu.ie::65c02c94-4c57-4214-bd3e-9b93ef9c7709" providerId="AD" clId="Web-{5EE014FE-F00C-6B59-3810-52558497F1B7}" dt="2025-11-21T13:27:41.178" v="2" actId="20577"/>
          <ac:spMkLst>
            <pc:docMk/>
            <pc:sldMk cId="904632182" sldId="259"/>
            <ac:spMk id="3" creationId="{B596C8D6-67ED-55F7-2059-BDECA59D990B}"/>
          </ac:spMkLst>
        </pc:spChg>
      </pc:sldChg>
      <pc:sldChg chg="addSp delSp modSp">
        <pc:chgData name="(Student  C00288105) Jake Fitzgerald" userId="S::c00288105@setu.ie::65c02c94-4c57-4214-bd3e-9b93ef9c7709" providerId="AD" clId="Web-{5EE014FE-F00C-6B59-3810-52558497F1B7}" dt="2025-11-21T13:30:03.028" v="13"/>
        <pc:sldMkLst>
          <pc:docMk/>
          <pc:sldMk cId="874865707" sldId="263"/>
        </pc:sldMkLst>
      </pc:sldChg>
    </pc:docChg>
  </pc:docChgLst>
  <pc:docChgLst>
    <pc:chgData name="(Student  C00288105) Jake Fitzgerald" userId="S::c00288105@setu.ie::65c02c94-4c57-4214-bd3e-9b93ef9c7709" providerId="AD" clId="Web-{FF198CE1-569B-CC44-DA3E-B3C1527D7E40}"/>
    <pc:docChg chg="addSld modSld sldOrd addMainMaster delMainMaster">
      <pc:chgData name="(Student  C00288105) Jake Fitzgerald" userId="S::c00288105@setu.ie::65c02c94-4c57-4214-bd3e-9b93ef9c7709" providerId="AD" clId="Web-{FF198CE1-569B-CC44-DA3E-B3C1527D7E40}" dt="2025-11-16T19:01:35.014" v="309" actId="20577"/>
      <pc:docMkLst>
        <pc:docMk/>
      </pc:docMkLst>
      <pc:sldChg chg="addSp modSp mod setBg modClrScheme chgLayout">
        <pc:chgData name="(Student  C00288105) Jake Fitzgerald" userId="S::c00288105@setu.ie::65c02c94-4c57-4214-bd3e-9b93ef9c7709" providerId="AD" clId="Web-{FF198CE1-569B-CC44-DA3E-B3C1527D7E40}" dt="2025-11-16T18:56:02.508" v="175" actId="20577"/>
        <pc:sldMkLst>
          <pc:docMk/>
          <pc:sldMk cId="109857222" sldId="256"/>
        </pc:sldMkLst>
        <pc:spChg chg="mod">
          <ac:chgData name="(Student  C00288105) Jake Fitzgerald" userId="S::c00288105@setu.ie::65c02c94-4c57-4214-bd3e-9b93ef9c7709" providerId="AD" clId="Web-{FF198CE1-569B-CC44-DA3E-B3C1527D7E40}" dt="2025-11-16T18:07:02.711" v="19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(Student  C00288105) Jake Fitzgerald" userId="S::c00288105@setu.ie::65c02c94-4c57-4214-bd3e-9b93ef9c7709" providerId="AD" clId="Web-{FF198CE1-569B-CC44-DA3E-B3C1527D7E40}" dt="2025-11-16T18:56:02.508" v="175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(Student  C00288105) Jake Fitzgerald" userId="S::c00288105@setu.ie::65c02c94-4c57-4214-bd3e-9b93ef9c7709" providerId="AD" clId="Web-{FF198CE1-569B-CC44-DA3E-B3C1527D7E40}" dt="2025-11-16T18:06:07.990" v="0"/>
          <ac:spMkLst>
            <pc:docMk/>
            <pc:sldMk cId="109857222" sldId="256"/>
            <ac:spMk id="8" creationId="{C7EFAAB5-34A3-C2FC-70BA-7720CC8ADBAC}"/>
          </ac:spMkLst>
        </pc:spChg>
        <pc:spChg chg="add">
          <ac:chgData name="(Student  C00288105) Jake Fitzgerald" userId="S::c00288105@setu.ie::65c02c94-4c57-4214-bd3e-9b93ef9c7709" providerId="AD" clId="Web-{FF198CE1-569B-CC44-DA3E-B3C1527D7E40}" dt="2025-11-16T18:06:07.990" v="0"/>
          <ac:spMkLst>
            <pc:docMk/>
            <pc:sldMk cId="109857222" sldId="256"/>
            <ac:spMk id="10" creationId="{A8A44BC8-2508-4575-75F6-0ED3F11E721E}"/>
          </ac:spMkLst>
        </pc:spChg>
        <pc:spChg chg="add">
          <ac:chgData name="(Student  C00288105) Jake Fitzgerald" userId="S::c00288105@setu.ie::65c02c94-4c57-4214-bd3e-9b93ef9c7709" providerId="AD" clId="Web-{FF198CE1-569B-CC44-DA3E-B3C1527D7E40}" dt="2025-11-16T18:06:07.990" v="0"/>
          <ac:spMkLst>
            <pc:docMk/>
            <pc:sldMk cId="109857222" sldId="256"/>
            <ac:spMk id="12" creationId="{74BCF1CC-D6F1-21D9-307D-C36BA9E87FB8}"/>
          </ac:spMkLst>
        </pc:spChg>
      </pc:sldChg>
      <pc:sldChg chg="modSp new">
        <pc:chgData name="(Student  C00288105) Jake Fitzgerald" userId="S::c00288105@setu.ie::65c02c94-4c57-4214-bd3e-9b93ef9c7709" providerId="AD" clId="Web-{FF198CE1-569B-CC44-DA3E-B3C1527D7E40}" dt="2025-11-16T18:57:58.229" v="194" actId="20577"/>
        <pc:sldMkLst>
          <pc:docMk/>
          <pc:sldMk cId="3656389744" sldId="257"/>
        </pc:sldMkLst>
        <pc:spChg chg="mod">
          <ac:chgData name="(Student  C00288105) Jake Fitzgerald" userId="S::c00288105@setu.ie::65c02c94-4c57-4214-bd3e-9b93ef9c7709" providerId="AD" clId="Web-{FF198CE1-569B-CC44-DA3E-B3C1527D7E40}" dt="2025-11-16T18:57:58.229" v="194" actId="20577"/>
          <ac:spMkLst>
            <pc:docMk/>
            <pc:sldMk cId="3656389744" sldId="257"/>
            <ac:spMk id="2" creationId="{08C944B9-3323-80C6-9808-9B8E07B88FDD}"/>
          </ac:spMkLst>
        </pc:spChg>
        <pc:spChg chg="mod">
          <ac:chgData name="(Student  C00288105) Jake Fitzgerald" userId="S::c00288105@setu.ie::65c02c94-4c57-4214-bd3e-9b93ef9c7709" providerId="AD" clId="Web-{FF198CE1-569B-CC44-DA3E-B3C1527D7E40}" dt="2025-11-16T18:56:30.341" v="189" actId="20577"/>
          <ac:spMkLst>
            <pc:docMk/>
            <pc:sldMk cId="3656389744" sldId="257"/>
            <ac:spMk id="3" creationId="{7FBE0E60-B622-4772-509A-7F66A554DD80}"/>
          </ac:spMkLst>
        </pc:spChg>
      </pc:sldChg>
      <pc:sldChg chg="addSp delSp modSp new">
        <pc:chgData name="(Student  C00288105) Jake Fitzgerald" userId="S::c00288105@setu.ie::65c02c94-4c57-4214-bd3e-9b93ef9c7709" providerId="AD" clId="Web-{FF198CE1-569B-CC44-DA3E-B3C1527D7E40}" dt="2025-11-16T18:26:33.937" v="105" actId="14100"/>
        <pc:sldMkLst>
          <pc:docMk/>
          <pc:sldMk cId="3568706149" sldId="258"/>
        </pc:sldMkLst>
        <pc:picChg chg="add mod ord">
          <ac:chgData name="(Student  C00288105) Jake Fitzgerald" userId="S::c00288105@setu.ie::65c02c94-4c57-4214-bd3e-9b93ef9c7709" providerId="AD" clId="Web-{FF198CE1-569B-CC44-DA3E-B3C1527D7E40}" dt="2025-11-16T18:26:33.937" v="105" actId="14100"/>
          <ac:picMkLst>
            <pc:docMk/>
            <pc:sldMk cId="3568706149" sldId="258"/>
            <ac:picMk id="4" creationId="{CEC434C2-3B16-F618-EBCB-6568968FF25E}"/>
          </ac:picMkLst>
        </pc:picChg>
      </pc:sldChg>
      <pc:sldChg chg="modSp new">
        <pc:chgData name="(Student  C00288105) Jake Fitzgerald" userId="S::c00288105@setu.ie::65c02c94-4c57-4214-bd3e-9b93ef9c7709" providerId="AD" clId="Web-{FF198CE1-569B-CC44-DA3E-B3C1527D7E40}" dt="2025-11-16T18:54:52.265" v="113" actId="20577"/>
        <pc:sldMkLst>
          <pc:docMk/>
          <pc:sldMk cId="904632182" sldId="259"/>
        </pc:sldMkLst>
        <pc:spChg chg="mod">
          <ac:chgData name="(Student  C00288105) Jake Fitzgerald" userId="S::c00288105@setu.ie::65c02c94-4c57-4214-bd3e-9b93ef9c7709" providerId="AD" clId="Web-{FF198CE1-569B-CC44-DA3E-B3C1527D7E40}" dt="2025-11-16T18:54:52.265" v="113" actId="20577"/>
          <ac:spMkLst>
            <pc:docMk/>
            <pc:sldMk cId="904632182" sldId="259"/>
            <ac:spMk id="2" creationId="{A1D5A7E1-0C0D-34D3-9DA0-48F080EC7ED2}"/>
          </ac:spMkLst>
        </pc:spChg>
      </pc:sldChg>
      <pc:sldChg chg="modSp new">
        <pc:chgData name="(Student  C00288105) Jake Fitzgerald" userId="S::c00288105@setu.ie::65c02c94-4c57-4214-bd3e-9b93ef9c7709" providerId="AD" clId="Web-{FF198CE1-569B-CC44-DA3E-B3C1527D7E40}" dt="2025-11-16T19:01:35.014" v="309" actId="20577"/>
        <pc:sldMkLst>
          <pc:docMk/>
          <pc:sldMk cId="3552522016" sldId="261"/>
        </pc:sldMkLst>
        <pc:spChg chg="mod">
          <ac:chgData name="(Student  C00288105) Jake Fitzgerald" userId="S::c00288105@setu.ie::65c02c94-4c57-4214-bd3e-9b93ef9c7709" providerId="AD" clId="Web-{FF198CE1-569B-CC44-DA3E-B3C1527D7E40}" dt="2025-11-16T18:58:13.965" v="200" actId="20577"/>
          <ac:spMkLst>
            <pc:docMk/>
            <pc:sldMk cId="3552522016" sldId="261"/>
            <ac:spMk id="2" creationId="{77646493-2438-2A09-1578-C5BDEB726683}"/>
          </ac:spMkLst>
        </pc:spChg>
        <pc:spChg chg="mod">
          <ac:chgData name="(Student  C00288105) Jake Fitzgerald" userId="S::c00288105@setu.ie::65c02c94-4c57-4214-bd3e-9b93ef9c7709" providerId="AD" clId="Web-{FF198CE1-569B-CC44-DA3E-B3C1527D7E40}" dt="2025-11-16T19:01:35.014" v="309" actId="20577"/>
          <ac:spMkLst>
            <pc:docMk/>
            <pc:sldMk cId="3552522016" sldId="261"/>
            <ac:spMk id="3" creationId="{98D77894-DC19-FA6C-A5CF-05CFF4B0794D}"/>
          </ac:spMkLst>
        </pc:spChg>
      </pc:sldChg>
      <pc:sldMasterChg chg="add addSldLayout">
        <pc:chgData name="(Student  C00288105) Jake Fitzgerald" userId="S::c00288105@setu.ie::65c02c94-4c57-4214-bd3e-9b93ef9c7709" providerId="AD" clId="Web-{FF198CE1-569B-CC44-DA3E-B3C1527D7E40}" dt="2025-11-16T18:06:07.990" v="0"/>
        <pc:sldMasterMkLst>
          <pc:docMk/>
          <pc:sldMasterMk cId="713658032" sldId="2147483695"/>
        </pc:sldMasterMkLst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3806196621" sldId="2147483684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1213704815" sldId="2147483685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827342316" sldId="2147483686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17036447" sldId="2147483687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4047924505" sldId="2147483688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4036215713" sldId="2147483689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1033579434" sldId="2147483690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4154915902" sldId="2147483691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552691766" sldId="2147483692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1082561481" sldId="2147483693"/>
          </pc:sldLayoutMkLst>
        </pc:sldLayoutChg>
        <pc:sldLayoutChg chg="add">
          <pc:chgData name="(Student  C00288105) Jake Fitzgerald" userId="S::c00288105@setu.ie::65c02c94-4c57-4214-bd3e-9b93ef9c7709" providerId="AD" clId="Web-{FF198CE1-569B-CC44-DA3E-B3C1527D7E40}" dt="2025-11-16T18:06:07.990" v="0"/>
          <pc:sldLayoutMkLst>
            <pc:docMk/>
            <pc:sldMasterMk cId="713658032" sldId="2147483695"/>
            <pc:sldLayoutMk cId="3275777246" sldId="2147483694"/>
          </pc:sldLayoutMkLst>
        </pc:sldLayoutChg>
      </pc:sldMasterChg>
    </pc:docChg>
  </pc:docChgLst>
  <pc:docChgLst>
    <pc:chgData name="(Student  C00288105) Jake Fitzgerald" userId="S::c00288105@setu.ie::65c02c94-4c57-4214-bd3e-9b93ef9c7709" providerId="AD" clId="Web-{58C355A9-2EB7-D4C0-1762-1597FC995FED}"/>
    <pc:docChg chg="addSld delSld modSld">
      <pc:chgData name="(Student  C00288105) Jake Fitzgerald" userId="S::c00288105@setu.ie::65c02c94-4c57-4214-bd3e-9b93ef9c7709" providerId="AD" clId="Web-{58C355A9-2EB7-D4C0-1762-1597FC995FED}" dt="2025-11-28T15:50:09.329" v="149" actId="20577"/>
      <pc:docMkLst>
        <pc:docMk/>
      </pc:docMkLst>
      <pc:sldChg chg="modSp">
        <pc:chgData name="(Student  C00288105) Jake Fitzgerald" userId="S::c00288105@setu.ie::65c02c94-4c57-4214-bd3e-9b93ef9c7709" providerId="AD" clId="Web-{58C355A9-2EB7-D4C0-1762-1597FC995FED}" dt="2025-11-28T15:50:03.939" v="144" actId="20577"/>
        <pc:sldMkLst>
          <pc:docMk/>
          <pc:sldMk cId="3656389744" sldId="257"/>
        </pc:sldMkLst>
        <pc:spChg chg="mod">
          <ac:chgData name="(Student  C00288105) Jake Fitzgerald" userId="S::c00288105@setu.ie::65c02c94-4c57-4214-bd3e-9b93ef9c7709" providerId="AD" clId="Web-{58C355A9-2EB7-D4C0-1762-1597FC995FED}" dt="2025-11-28T15:50:03.939" v="144" actId="20577"/>
          <ac:spMkLst>
            <pc:docMk/>
            <pc:sldMk cId="3656389744" sldId="257"/>
            <ac:spMk id="3" creationId="{7FBE0E60-B622-4772-509A-7F66A554DD80}"/>
          </ac:spMkLst>
        </pc:spChg>
      </pc:sldChg>
      <pc:sldChg chg="modSp">
        <pc:chgData name="(Student  C00288105) Jake Fitzgerald" userId="S::c00288105@setu.ie::65c02c94-4c57-4214-bd3e-9b93ef9c7709" providerId="AD" clId="Web-{58C355A9-2EB7-D4C0-1762-1597FC995FED}" dt="2025-11-28T13:03:55.244" v="1" actId="1076"/>
        <pc:sldMkLst>
          <pc:docMk/>
          <pc:sldMk cId="3568706149" sldId="258"/>
        </pc:sldMkLst>
        <pc:picChg chg="mod">
          <ac:chgData name="(Student  C00288105) Jake Fitzgerald" userId="S::c00288105@setu.ie::65c02c94-4c57-4214-bd3e-9b93ef9c7709" providerId="AD" clId="Web-{58C355A9-2EB7-D4C0-1762-1597FC995FED}" dt="2025-11-28T13:03:55.244" v="1" actId="1076"/>
          <ac:picMkLst>
            <pc:docMk/>
            <pc:sldMk cId="3568706149" sldId="258"/>
            <ac:picMk id="4" creationId="{CEC434C2-3B16-F618-EBCB-6568968FF25E}"/>
          </ac:picMkLst>
        </pc:picChg>
      </pc:sldChg>
      <pc:sldChg chg="modSp">
        <pc:chgData name="(Student  C00288105) Jake Fitzgerald" userId="S::c00288105@setu.ie::65c02c94-4c57-4214-bd3e-9b93ef9c7709" providerId="AD" clId="Web-{58C355A9-2EB7-D4C0-1762-1597FC995FED}" dt="2025-11-28T15:42:52.109" v="119" actId="20577"/>
        <pc:sldMkLst>
          <pc:docMk/>
          <pc:sldMk cId="904632182" sldId="259"/>
        </pc:sldMkLst>
        <pc:spChg chg="mod">
          <ac:chgData name="(Student  C00288105) Jake Fitzgerald" userId="S::c00288105@setu.ie::65c02c94-4c57-4214-bd3e-9b93ef9c7709" providerId="AD" clId="Web-{58C355A9-2EB7-D4C0-1762-1597FC995FED}" dt="2025-11-28T15:42:52.109" v="119" actId="20577"/>
          <ac:spMkLst>
            <pc:docMk/>
            <pc:sldMk cId="904632182" sldId="259"/>
            <ac:spMk id="3" creationId="{B596C8D6-67ED-55F7-2059-BDECA59D990B}"/>
          </ac:spMkLst>
        </pc:spChg>
      </pc:sldChg>
      <pc:sldChg chg="del">
        <pc:chgData name="(Student  C00288105) Jake Fitzgerald" userId="S::c00288105@setu.ie::65c02c94-4c57-4214-bd3e-9b93ef9c7709" providerId="AD" clId="Web-{58C355A9-2EB7-D4C0-1762-1597FC995FED}" dt="2025-11-28T13:14:36.447" v="26"/>
        <pc:sldMkLst>
          <pc:docMk/>
          <pc:sldMk cId="1777373105" sldId="260"/>
        </pc:sldMkLst>
      </pc:sldChg>
      <pc:sldChg chg="modSp">
        <pc:chgData name="(Student  C00288105) Jake Fitzgerald" userId="S::c00288105@setu.ie::65c02c94-4c57-4214-bd3e-9b93ef9c7709" providerId="AD" clId="Web-{58C355A9-2EB7-D4C0-1762-1597FC995FED}" dt="2025-11-28T14:42:09.372" v="105" actId="20577"/>
        <pc:sldMkLst>
          <pc:docMk/>
          <pc:sldMk cId="3552522016" sldId="261"/>
        </pc:sldMkLst>
        <pc:spChg chg="mod">
          <ac:chgData name="(Student  C00288105) Jake Fitzgerald" userId="S::c00288105@setu.ie::65c02c94-4c57-4214-bd3e-9b93ef9c7709" providerId="AD" clId="Web-{58C355A9-2EB7-D4C0-1762-1597FC995FED}" dt="2025-11-28T14:42:09.372" v="105" actId="20577"/>
          <ac:spMkLst>
            <pc:docMk/>
            <pc:sldMk cId="3552522016" sldId="261"/>
            <ac:spMk id="3" creationId="{98D77894-DC19-FA6C-A5CF-05CFF4B0794D}"/>
          </ac:spMkLst>
        </pc:spChg>
      </pc:sldChg>
      <pc:sldChg chg="del">
        <pc:chgData name="(Student  C00288105) Jake Fitzgerald" userId="S::c00288105@setu.ie::65c02c94-4c57-4214-bd3e-9b93ef9c7709" providerId="AD" clId="Web-{58C355A9-2EB7-D4C0-1762-1597FC995FED}" dt="2025-11-28T13:03:32.492" v="0"/>
        <pc:sldMkLst>
          <pc:docMk/>
          <pc:sldMk cId="2216668926" sldId="262"/>
        </pc:sldMkLst>
      </pc:sldChg>
      <pc:sldChg chg="addSp delSp modSp">
        <pc:chgData name="(Student  C00288105) Jake Fitzgerald" userId="S::c00288105@setu.ie::65c02c94-4c57-4214-bd3e-9b93ef9c7709" providerId="AD" clId="Web-{58C355A9-2EB7-D4C0-1762-1597FC995FED}" dt="2025-11-28T13:18:34.595" v="57" actId="1076"/>
        <pc:sldMkLst>
          <pc:docMk/>
          <pc:sldMk cId="874865707" sldId="263"/>
        </pc:sldMkLst>
        <pc:spChg chg="add del mod">
          <ac:chgData name="(Student  C00288105) Jake Fitzgerald" userId="S::c00288105@setu.ie::65c02c94-4c57-4214-bd3e-9b93ef9c7709" providerId="AD" clId="Web-{58C355A9-2EB7-D4C0-1762-1597FC995FED}" dt="2025-11-28T13:10:13.787" v="8"/>
          <ac:spMkLst>
            <pc:docMk/>
            <pc:sldMk cId="874865707" sldId="263"/>
            <ac:spMk id="5" creationId="{2EFFD3D1-ADA6-62E3-C557-EA6826F12192}"/>
          </ac:spMkLst>
        </pc:spChg>
        <pc:picChg chg="del">
          <ac:chgData name="(Student  C00288105) Jake Fitzgerald" userId="S::c00288105@setu.ie::65c02c94-4c57-4214-bd3e-9b93ef9c7709" providerId="AD" clId="Web-{58C355A9-2EB7-D4C0-1762-1597FC995FED}" dt="2025-11-28T13:10:12.771" v="7"/>
          <ac:picMkLst>
            <pc:docMk/>
            <pc:sldMk cId="874865707" sldId="263"/>
            <ac:picMk id="4" creationId="{C5AC0083-5CDF-705E-C34B-8302DDB8FA2C}"/>
          </ac:picMkLst>
        </pc:picChg>
        <pc:picChg chg="add mod ord">
          <ac:chgData name="(Student  C00288105) Jake Fitzgerald" userId="S::c00288105@setu.ie::65c02c94-4c57-4214-bd3e-9b93ef9c7709" providerId="AD" clId="Web-{58C355A9-2EB7-D4C0-1762-1597FC995FED}" dt="2025-11-28T13:12:26.352" v="18" actId="1076"/>
          <ac:picMkLst>
            <pc:docMk/>
            <pc:sldMk cId="874865707" sldId="263"/>
            <ac:picMk id="6" creationId="{6665069E-4B1E-3995-0AAD-F6CA9E638D66}"/>
          </ac:picMkLst>
        </pc:picChg>
        <pc:picChg chg="add mod">
          <ac:chgData name="(Student  C00288105) Jake Fitzgerald" userId="S::c00288105@setu.ie::65c02c94-4c57-4214-bd3e-9b93ef9c7709" providerId="AD" clId="Web-{58C355A9-2EB7-D4C0-1762-1597FC995FED}" dt="2025-11-28T13:12:27.695" v="19" actId="1076"/>
          <ac:picMkLst>
            <pc:docMk/>
            <pc:sldMk cId="874865707" sldId="263"/>
            <ac:picMk id="7" creationId="{2F690E94-31BB-1754-B1B4-D07B5F8E98C0}"/>
          </ac:picMkLst>
        </pc:picChg>
        <pc:picChg chg="add mod">
          <ac:chgData name="(Student  C00288105) Jake Fitzgerald" userId="S::c00288105@setu.ie::65c02c94-4c57-4214-bd3e-9b93ef9c7709" providerId="AD" clId="Web-{58C355A9-2EB7-D4C0-1762-1597FC995FED}" dt="2025-11-28T13:12:29.852" v="20" actId="1076"/>
          <ac:picMkLst>
            <pc:docMk/>
            <pc:sldMk cId="874865707" sldId="263"/>
            <ac:picMk id="8" creationId="{D75B4BC2-BEE1-7837-15A7-13DE9C0C0432}"/>
          </ac:picMkLst>
        </pc:picChg>
        <pc:picChg chg="add mod">
          <ac:chgData name="(Student  C00288105) Jake Fitzgerald" userId="S::c00288105@setu.ie::65c02c94-4c57-4214-bd3e-9b93ef9c7709" providerId="AD" clId="Web-{58C355A9-2EB7-D4C0-1762-1597FC995FED}" dt="2025-11-28T13:13:37.899" v="22" actId="1076"/>
          <ac:picMkLst>
            <pc:docMk/>
            <pc:sldMk cId="874865707" sldId="263"/>
            <ac:picMk id="9" creationId="{C1C6C4FA-B60B-A628-31B2-EF02187DAA0A}"/>
          </ac:picMkLst>
        </pc:picChg>
        <pc:picChg chg="add mod">
          <ac:chgData name="(Student  C00288105) Jake Fitzgerald" userId="S::c00288105@setu.ie::65c02c94-4c57-4214-bd3e-9b93ef9c7709" providerId="AD" clId="Web-{58C355A9-2EB7-D4C0-1762-1597FC995FED}" dt="2025-11-28T13:18:34.595" v="57" actId="1076"/>
          <ac:picMkLst>
            <pc:docMk/>
            <pc:sldMk cId="874865707" sldId="263"/>
            <ac:picMk id="10" creationId="{4D11A57F-C69E-222E-26B9-465F66C8C878}"/>
          </ac:picMkLst>
        </pc:picChg>
      </pc:sldChg>
      <pc:sldChg chg="addSp delSp modSp new">
        <pc:chgData name="(Student  C00288105) Jake Fitzgerald" userId="S::c00288105@setu.ie::65c02c94-4c57-4214-bd3e-9b93ef9c7709" providerId="AD" clId="Web-{58C355A9-2EB7-D4C0-1762-1597FC995FED}" dt="2025-11-28T15:50:09.329" v="149" actId="20577"/>
        <pc:sldMkLst>
          <pc:docMk/>
          <pc:sldMk cId="1182519308" sldId="264"/>
        </pc:sldMkLst>
        <pc:spChg chg="mod">
          <ac:chgData name="(Student  C00288105) Jake Fitzgerald" userId="S::c00288105@setu.ie::65c02c94-4c57-4214-bd3e-9b93ef9c7709" providerId="AD" clId="Web-{58C355A9-2EB7-D4C0-1762-1597FC995FED}" dt="2025-11-28T15:50:09.329" v="149" actId="20577"/>
          <ac:spMkLst>
            <pc:docMk/>
            <pc:sldMk cId="1182519308" sldId="264"/>
            <ac:spMk id="2" creationId="{EAF901EA-6E5E-883B-47F4-4F2944154C1C}"/>
          </ac:spMkLst>
        </pc:spChg>
        <pc:spChg chg="del">
          <ac:chgData name="(Student  C00288105) Jake Fitzgerald" userId="S::c00288105@setu.ie::65c02c94-4c57-4214-bd3e-9b93ef9c7709" providerId="AD" clId="Web-{58C355A9-2EB7-D4C0-1762-1597FC995FED}" dt="2025-11-28T13:15:15.307" v="33"/>
          <ac:spMkLst>
            <pc:docMk/>
            <pc:sldMk cId="1182519308" sldId="264"/>
            <ac:spMk id="3" creationId="{6550775F-9BEB-F65D-6B6A-156E75557638}"/>
          </ac:spMkLst>
        </pc:spChg>
        <pc:picChg chg="add mod ord">
          <ac:chgData name="(Student  C00288105) Jake Fitzgerald" userId="S::c00288105@setu.ie::65c02c94-4c57-4214-bd3e-9b93ef9c7709" providerId="AD" clId="Web-{58C355A9-2EB7-D4C0-1762-1597FC995FED}" dt="2025-11-28T13:16:02.479" v="44" actId="1076"/>
          <ac:picMkLst>
            <pc:docMk/>
            <pc:sldMk cId="1182519308" sldId="264"/>
            <ac:picMk id="4" creationId="{7DF7716E-DACA-B0CA-C9CC-397C0FC0FDFC}"/>
          </ac:picMkLst>
        </pc:picChg>
        <pc:picChg chg="add mod">
          <ac:chgData name="(Student  C00288105) Jake Fitzgerald" userId="S::c00288105@setu.ie::65c02c94-4c57-4214-bd3e-9b93ef9c7709" providerId="AD" clId="Web-{58C355A9-2EB7-D4C0-1762-1597FC995FED}" dt="2025-11-28T13:16:07.057" v="46" actId="14100"/>
          <ac:picMkLst>
            <pc:docMk/>
            <pc:sldMk cId="1182519308" sldId="264"/>
            <ac:picMk id="5" creationId="{14E7914C-671C-0C55-8138-F7DB1C8F98F8}"/>
          </ac:picMkLst>
        </pc:picChg>
        <pc:picChg chg="add mod">
          <ac:chgData name="(Student  C00288105) Jake Fitzgerald" userId="S::c00288105@setu.ie::65c02c94-4c57-4214-bd3e-9b93ef9c7709" providerId="AD" clId="Web-{58C355A9-2EB7-D4C0-1762-1597FC995FED}" dt="2025-11-28T13:16:45.776" v="53" actId="1076"/>
          <ac:picMkLst>
            <pc:docMk/>
            <pc:sldMk cId="1182519308" sldId="264"/>
            <ac:picMk id="6" creationId="{3328D733-50FC-E139-BD49-0E397AA6D349}"/>
          </ac:picMkLst>
        </pc:picChg>
      </pc:sldChg>
    </pc:docChg>
  </pc:docChgLst>
  <pc:docChgLst>
    <pc:chgData name="(Student  C00288105) Jake Fitzgerald" userId="S::c00288105@setu.ie::65c02c94-4c57-4214-bd3e-9b93ef9c7709" providerId="AD" clId="Web-{EBCEC9A9-B4C2-8B8C-3E74-595E8F0A3A9A}"/>
    <pc:docChg chg="addSld modSld">
      <pc:chgData name="(Student  C00288105) Jake Fitzgerald" userId="S::c00288105@setu.ie::65c02c94-4c57-4214-bd3e-9b93ef9c7709" providerId="AD" clId="Web-{EBCEC9A9-B4C2-8B8C-3E74-595E8F0A3A9A}" dt="2025-11-17T09:09:48.971" v="2" actId="20577"/>
      <pc:docMkLst>
        <pc:docMk/>
      </pc:docMkLst>
      <pc:sldChg chg="modSp new">
        <pc:chgData name="(Student  C00288105) Jake Fitzgerald" userId="S::c00288105@setu.ie::65c02c94-4c57-4214-bd3e-9b93ef9c7709" providerId="AD" clId="Web-{EBCEC9A9-B4C2-8B8C-3E74-595E8F0A3A9A}" dt="2025-11-17T09:09:48.971" v="2" actId="20577"/>
        <pc:sldMkLst>
          <pc:docMk/>
          <pc:sldMk cId="874865707" sldId="263"/>
        </pc:sldMkLst>
        <pc:spChg chg="mod">
          <ac:chgData name="(Student  C00288105) Jake Fitzgerald" userId="S::c00288105@setu.ie::65c02c94-4c57-4214-bd3e-9b93ef9c7709" providerId="AD" clId="Web-{EBCEC9A9-B4C2-8B8C-3E74-595E8F0A3A9A}" dt="2025-11-17T09:09:48.971" v="2" actId="20577"/>
          <ac:spMkLst>
            <pc:docMk/>
            <pc:sldMk cId="874865707" sldId="263"/>
            <ac:spMk id="2" creationId="{2DF0D343-B34C-2C94-0F1D-D3A324FE825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79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91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69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6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7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96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04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34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15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58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69" y="978408"/>
            <a:ext cx="11153213" cy="3421942"/>
          </a:xfrm>
        </p:spPr>
        <p:txBody>
          <a:bodyPr anchor="t">
            <a:normAutofit/>
          </a:bodyPr>
          <a:lstStyle/>
          <a:p>
            <a:r>
              <a:rPr lang="en-GB" sz="8800"/>
              <a:t>Capstone Project</a:t>
            </a:r>
            <a:br>
              <a:rPr lang="en-GB" sz="8800" dirty="0"/>
            </a:br>
            <a:r>
              <a:rPr lang="en-GB" sz="8800"/>
              <a:t>Presentation</a:t>
            </a:r>
            <a:endParaRPr lang="en-GB" sz="8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869" y="4763659"/>
            <a:ext cx="8092731" cy="1082957"/>
          </a:xfrm>
        </p:spPr>
        <p:txBody>
          <a:bodyPr anchor="b">
            <a:normAutofit/>
          </a:bodyPr>
          <a:lstStyle/>
          <a:p>
            <a:r>
              <a:rPr lang="en-GB" dirty="0"/>
              <a:t>Jake Fitzgerald</a:t>
            </a:r>
          </a:p>
          <a:p>
            <a:r>
              <a:rPr lang="en-GB" dirty="0"/>
              <a:t>C00288105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8A44BC8-2508-4575-75F6-0ED3F11E7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BCF1CC-D6F1-21D9-307D-C36BA9E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44B9-3323-80C6-9808-9B8E07B8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E0E60-B622-4772-509A-7F66A554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Overview of both project and technical snippets of code:</a:t>
            </a:r>
            <a:endParaRPr lang="en-US" dirty="0"/>
          </a:p>
          <a:p>
            <a:r>
              <a:rPr lang="en-GB" dirty="0"/>
              <a:t>Design / Gameplay </a:t>
            </a:r>
          </a:p>
          <a:p>
            <a:r>
              <a:rPr lang="en-GB" dirty="0"/>
              <a:t>MIDI Parser</a:t>
            </a:r>
          </a:p>
          <a:p>
            <a:r>
              <a:rPr lang="en-GB" dirty="0"/>
              <a:t>Generating Block sections</a:t>
            </a:r>
          </a:p>
          <a:p>
            <a:r>
              <a:rPr lang="en-GB" dirty="0"/>
              <a:t>Percentage of core completed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6389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01EA-6E5E-883B-47F4-4F294415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Gameplay / Design</a:t>
            </a:r>
          </a:p>
        </p:txBody>
      </p:sp>
      <p:pic>
        <p:nvPicPr>
          <p:cNvPr id="4" name="Content Placeholder 3" descr="Top 12 Best Puzzle Games For PS1: Listing Our Favorites - FandomSpot">
            <a:extLst>
              <a:ext uri="{FF2B5EF4-FFF2-40B4-BE49-F238E27FC236}">
                <a16:creationId xmlns:a16="http://schemas.microsoft.com/office/drawing/2014/main" id="{7DF7716E-DACA-B0CA-C9CC-397C0FC0F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339" y="2660726"/>
            <a:ext cx="4434490" cy="3381548"/>
          </a:xfrm>
          <a:prstGeom prst="rect">
            <a:avLst/>
          </a:prstGeom>
        </p:spPr>
      </p:pic>
      <p:pic>
        <p:nvPicPr>
          <p:cNvPr id="5" name="Picture 4" descr="Lumines Remastered Images - LaunchBox Games Database">
            <a:extLst>
              <a:ext uri="{FF2B5EF4-FFF2-40B4-BE49-F238E27FC236}">
                <a16:creationId xmlns:a16="http://schemas.microsoft.com/office/drawing/2014/main" id="{14E7914C-671C-0C55-8138-F7DB1C8F9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5942" y="2657477"/>
            <a:ext cx="5405610" cy="3370012"/>
          </a:xfrm>
          <a:prstGeom prst="rect">
            <a:avLst/>
          </a:prstGeom>
        </p:spPr>
      </p:pic>
      <p:pic>
        <p:nvPicPr>
          <p:cNvPr id="6" name="Picture 5" descr="Plus Sign Png">
            <a:extLst>
              <a:ext uri="{FF2B5EF4-FFF2-40B4-BE49-F238E27FC236}">
                <a16:creationId xmlns:a16="http://schemas.microsoft.com/office/drawing/2014/main" id="{3328D733-50FC-E139-BD49-0E397AA6D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689" y="3746653"/>
            <a:ext cx="851972" cy="78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519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189A-EA53-759E-0F51-DE3888823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 descr="A screenshot of a music note&#10;&#10;AI-generated content may be incorrect.">
            <a:extLst>
              <a:ext uri="{FF2B5EF4-FFF2-40B4-BE49-F238E27FC236}">
                <a16:creationId xmlns:a16="http://schemas.microsoft.com/office/drawing/2014/main" id="{CEC434C2-3B16-F618-EBCB-6568968FF2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6231" y="1522826"/>
            <a:ext cx="7480068" cy="496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06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5A7E1-0C0D-34D3-9DA0-48F080EC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MIDI Parser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6C8D6-67ED-55F7-2059-BDECA59D9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400" dirty="0">
                <a:latin typeface="Arial"/>
                <a:cs typeface="Arial"/>
              </a:rPr>
              <a:t>MIDI Parse – Header file</a:t>
            </a:r>
            <a:endParaRPr lang="en-GB" sz="1400" dirty="0"/>
          </a:p>
          <a:p>
            <a:r>
              <a:rPr lang="en-GB" sz="1400" dirty="0">
                <a:latin typeface="Arial"/>
                <a:cs typeface="Arial"/>
              </a:rPr>
              <a:t>Covert from the older version of Big Endian to work with our current C++ code.</a:t>
            </a:r>
            <a:endParaRPr lang="en-GB" sz="1400"/>
          </a:p>
          <a:p>
            <a:r>
              <a:rPr lang="en-GB" sz="1400" dirty="0">
                <a:latin typeface="Arial"/>
                <a:cs typeface="Arial"/>
              </a:rPr>
              <a:t>Parse out string data so that we can get our BPM, Channel Name, Time Signature</a:t>
            </a:r>
            <a:endParaRPr lang="en-GB" sz="1400"/>
          </a:p>
          <a:p>
            <a:r>
              <a:rPr lang="en-GB" sz="1400" dirty="0">
                <a:latin typeface="Arial"/>
                <a:cs typeface="Arial"/>
              </a:rPr>
              <a:t>Calculate the distance between the notes. Use BPM, BPS and the time data where the note is stored in MIDI [MIN, SEC, MSEC].</a:t>
            </a:r>
            <a:endParaRPr lang="en-GB" sz="1400" dirty="0"/>
          </a:p>
          <a:p>
            <a:endParaRPr lang="en-GB" dirty="0">
              <a:latin typeface="Bierstad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463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6493-2438-2A09-1578-C5BDEB72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Generating Block Sections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77894-DC19-FA6C-A5CF-05CFF4B07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How Blocks are connected to one another (search algorithm)</a:t>
            </a:r>
          </a:p>
          <a:p>
            <a:r>
              <a:rPr lang="en-GB" dirty="0"/>
              <a:t>MIDI data influence (BPM, BPS,</a:t>
            </a:r>
            <a:r>
              <a:rPr lang="en-GB"/>
              <a:t> etc)</a:t>
            </a:r>
          </a:p>
          <a:p>
            <a:r>
              <a:rPr lang="en-GB" dirty="0"/>
              <a:t>Randomly Generated  Sections with patterns (</a:t>
            </a:r>
            <a:r>
              <a:rPr lang="en-GB" dirty="0" err="1"/>
              <a:t>Merenne</a:t>
            </a:r>
            <a:r>
              <a:rPr lang="en-GB" dirty="0"/>
              <a:t> Twister, additional randomiser functions)</a:t>
            </a:r>
          </a:p>
          <a:p>
            <a:r>
              <a:rPr lang="en-GB" dirty="0"/>
              <a:t>Generic Sections for balanced level flow (Health, Funnel Top/Bottom, Phase Transition, etc)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2522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D343-B34C-2C94-0F1D-D3A324FE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Pie Maps</a:t>
            </a:r>
          </a:p>
        </p:txBody>
      </p:sp>
      <p:pic>
        <p:nvPicPr>
          <p:cNvPr id="6" name="Content Placeholder 5" descr="A blue and red pie chart&#10;&#10;AI-generated content may be incorrect.">
            <a:extLst>
              <a:ext uri="{FF2B5EF4-FFF2-40B4-BE49-F238E27FC236}">
                <a16:creationId xmlns:a16="http://schemas.microsoft.com/office/drawing/2014/main" id="{6665069E-4B1E-3995-0AAD-F6CA9E638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626" y="1622158"/>
            <a:ext cx="3810000" cy="2466975"/>
          </a:xfrm>
          <a:prstGeom prst="rect">
            <a:avLst/>
          </a:prstGeom>
        </p:spPr>
      </p:pic>
      <p:pic>
        <p:nvPicPr>
          <p:cNvPr id="7" name="Picture 6" descr="A blue pie chart with red and black text&#10;&#10;AI-generated content may be incorrect.">
            <a:extLst>
              <a:ext uri="{FF2B5EF4-FFF2-40B4-BE49-F238E27FC236}">
                <a16:creationId xmlns:a16="http://schemas.microsoft.com/office/drawing/2014/main" id="{2F690E94-31BB-1754-B1B4-D07B5F8E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231" y="1716451"/>
            <a:ext cx="3771900" cy="2305050"/>
          </a:xfrm>
          <a:prstGeom prst="rect">
            <a:avLst/>
          </a:prstGeom>
        </p:spPr>
      </p:pic>
      <p:pic>
        <p:nvPicPr>
          <p:cNvPr id="8" name="Picture 7" descr="A blue and red pie chart&#10;&#10;AI-generated content may be incorrect.">
            <a:extLst>
              <a:ext uri="{FF2B5EF4-FFF2-40B4-BE49-F238E27FC236}">
                <a16:creationId xmlns:a16="http://schemas.microsoft.com/office/drawing/2014/main" id="{D75B4BC2-BEE1-7837-15A7-13DE9C0C0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251" y="1707959"/>
            <a:ext cx="3781425" cy="2266950"/>
          </a:xfrm>
          <a:prstGeom prst="rect">
            <a:avLst/>
          </a:prstGeom>
        </p:spPr>
      </p:pic>
      <p:pic>
        <p:nvPicPr>
          <p:cNvPr id="9" name="Picture 8" descr="A blue pie chart with red and blue text&#10;&#10;AI-generated content may be incorrect.">
            <a:extLst>
              <a:ext uri="{FF2B5EF4-FFF2-40B4-BE49-F238E27FC236}">
                <a16:creationId xmlns:a16="http://schemas.microsoft.com/office/drawing/2014/main" id="{C1C6C4FA-B60B-A628-31B2-EF02187DA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3160" y="4230649"/>
            <a:ext cx="3667125" cy="2124075"/>
          </a:xfrm>
          <a:prstGeom prst="rect">
            <a:avLst/>
          </a:prstGeom>
        </p:spPr>
      </p:pic>
      <p:pic>
        <p:nvPicPr>
          <p:cNvPr id="10" name="Picture 9" descr="A blue and red pie chart&#10;&#10;AI-generated content may be incorrect.">
            <a:extLst>
              <a:ext uri="{FF2B5EF4-FFF2-40B4-BE49-F238E27FC236}">
                <a16:creationId xmlns:a16="http://schemas.microsoft.com/office/drawing/2014/main" id="{4D11A57F-C69E-222E-26B9-465F66C8C8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705" y="4159842"/>
            <a:ext cx="3527119" cy="226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6570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GestaltVTI</vt:lpstr>
      <vt:lpstr>Capstone Project Presentation</vt:lpstr>
      <vt:lpstr>Presentation Overview</vt:lpstr>
      <vt:lpstr>Gameplay / Design</vt:lpstr>
      <vt:lpstr>PowerPoint Presentation</vt:lpstr>
      <vt:lpstr>MIDI Parser</vt:lpstr>
      <vt:lpstr>Generating Block Sections</vt:lpstr>
      <vt:lpstr>Pie 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136</cp:revision>
  <dcterms:created xsi:type="dcterms:W3CDTF">2025-11-16T18:05:41Z</dcterms:created>
  <dcterms:modified xsi:type="dcterms:W3CDTF">2025-11-28T15:50:12Z</dcterms:modified>
</cp:coreProperties>
</file>